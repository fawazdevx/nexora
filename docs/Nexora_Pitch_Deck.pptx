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4C1D95">
              <a:alpha val="22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0" y="4114800"/>
            <a:ext cx="3840480" cy="384048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93192"/>
            <a:ext cx="118872" cy="118872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LIVE ON ARC TESTNET  ·  CONFIDENTIAL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16975" y="320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2026  ·  V 1.1</a:t>
            </a:r>
            <a:endParaRPr lang="en-US" sz="1100" dirty="0"/>
          </a:p>
        </p:txBody>
      </p:sp>
      <p:pic>
        <p:nvPicPr>
          <p:cNvPr id="15" name="Image 0" descr="/home/fawazdevx/dapp-projects/Nexora/frontend/public/nexora-wordmark-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108960" cy="5120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21488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financial control layer for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autonomous AI agents and USDC applications.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14630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Arc-first · USDC-native · Payment infrastructure analogous to Stripe — for agents, SaaS, games &amp; onchain apps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PARTNER  &amp;  INVESTOR BRIEFING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nexorafi.app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13855" y="6035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5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BUILT WITH CIRCLE  ·  ARC  ·  X402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PROBLEM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THE CONTROL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 wallet gives an agent signing authority.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It does not give the operator financial control.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Unbounded spend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474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per-tx, daily, weekly, or monthly caps once an agent holds keys or a managed wallet.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26060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destination control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474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Recipients, contracts, and paid services are unconstrained — any signature can drain funds.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26060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Missing human gates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760" y="3474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High-risk payments need approval queues. Most stacks force all-or-nothing automation.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Replay &amp; concurrency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Authorizations can be reused. Concurrent requests can blow past the same limit.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44348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proof of purchase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Operators cannot prove what the agent bought, why, or against which policy.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443484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6676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Delivery failures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6676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 can succeed while service delivery fails — with no recovery path or receipt trail.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SOLUTION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ONE STACK. FULL LIFECYCLE.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Financial control for agents.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Payment infrastructure for apps.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Nexora is the financial control layer for autonomous AI agents and USDC applications. It supplies managed wallets, programmable spending rules, x402 payments, paid-service infrastructure, receipts, escrow, notifications, treasury routing, and reconciliation — in one Arc-first stack. Applications keep accounts, entitlements, refunds, tax, and their internal ledger.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wallets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Spending policies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queues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Risk simulation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38404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4389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x402 facilitator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Paid API marketplace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SDK &amp; middleware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 workflows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TREASURY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389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 / Earn profiles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 stablecoin swaps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 Gateway 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Revenue accounting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89720" y="38404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9720" y="4389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Public receipts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Structured memos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Notifications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 indexing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DUAL USE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TWO SURFACES. ONE CONTROL LAYER.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Agents spend under policy.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Apps charge with onchain payment rails.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514600"/>
            <a:ext cx="91440" cy="3611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OPERATORS  ·  AGENTS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Autonomous spend control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Circle-managed agent wallets (EOA · SCA)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087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Per-tx / daily / weekly / monthly limits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471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Recipient, contract &amp; service allowlists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8554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Human approval queues for high-risk pays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Normalized receipts, memos, notifications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51460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514600"/>
            <a:ext cx="91440" cy="361188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BUILDERS  ·  APPLICATIONS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Onchain payment infrastructure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@nexorafi/x402 SDK + facilitator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HTTP 402 paid APIs &amp; metered usage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471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SaaS, games, marketplaces, checkout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4855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Escrow, fee split, settlement evidence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5239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App owns users, ledger, refunds, tax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 CASES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WHERE BUILDERS PLUG 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Programmable USDC payments across product types.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SaaS &amp; paid APIs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Return HTTP 402, settle via x402, grant one usage unit, bind receipt to the invoice.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Games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772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Item buys, tournament entries, prize pools, and payouts with fee split and idempotent grants.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Marketplaces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1248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Bind purchase to seller, product, fee basis, and receipt — deliver once, payout separately.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Subscriptions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Server-owned billing schedule; unique intent per period; retries map to one receipt.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 &amp; work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617720" y="5074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Fund milestones, bonds, deadlines; release only on verified deliverable evidence.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3816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1248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treasury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412480" y="5074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Policy, allowlists, cooldowns, and approvals on every wallet that moves funds.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BOUNDARY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CLEAN DIVISION OF RESPONSIBILITY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Nexora is payment infrastructure —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not a full Stripe replacement.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331720"/>
            <a:ext cx="54406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SUPPLIES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Payment requirements &amp; x402 facilitation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02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Wallet execution (Circle DCW)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941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Policy checks &amp; approval workflows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Fee-aware settlement contracts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188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Normalized receipts &amp; notifications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Escrow, Gateway views, treasury routes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331720"/>
            <a:ext cx="521208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APPLICATION OWNS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User accounts &amp; authentication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502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Product entitlements &amp; inventory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3941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Internal ledger &amp; balances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3799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Refunds, disputes &amp; tax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4818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Payout authorization rules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Exactly-once business delivery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FLOW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 LIFECYCLE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Policy and evidence around every payment.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requests a paid action or hits an HTTP 402 resource.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77640" y="2194560"/>
            <a:ext cx="256032" cy="201168"/>
          </a:xfrm>
          <a:prstGeom prst="rightArrow">
            <a:avLst/>
          </a:prstGeom>
          <a:solidFill>
            <a:srgbClr val="2A2638"/>
          </a:solidFill>
          <a:ln w="12700">
            <a:solidFill>
              <a:srgbClr val="2A26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0574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check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Limits, allowlists, cooldowns, expiry, and approval rules evaluate.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2194560"/>
            <a:ext cx="256032" cy="201168"/>
          </a:xfrm>
          <a:prstGeom prst="rightArrow">
            <a:avLst/>
          </a:prstGeom>
          <a:solidFill>
            <a:srgbClr val="2A2638"/>
          </a:solidFill>
          <a:ln w="12700">
            <a:solidFill>
              <a:srgbClr val="2A26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0574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/ block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7824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Auto-allow, queue for human approval, or block with remediation.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06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Wallet sign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Circle-managed wallet signs the accepted USDC authorization.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977640" y="4251960"/>
            <a:ext cx="256032" cy="201168"/>
          </a:xfrm>
          <a:prstGeom prst="rightArrow">
            <a:avLst/>
          </a:prstGeom>
          <a:solidFill>
            <a:srgbClr val="2A2638"/>
          </a:solidFill>
          <a:ln w="12700">
            <a:solidFill>
              <a:srgbClr val="2A26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1148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4206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Settle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8348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Gateway nanopayment, Arc ledger, or EIP-3009 facilitator settles.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4251960"/>
            <a:ext cx="256032" cy="201168"/>
          </a:xfrm>
          <a:prstGeom prst="rightArrow">
            <a:avLst/>
          </a:prstGeom>
          <a:solidFill>
            <a:srgbClr val="2A2638"/>
          </a:solidFill>
          <a:ln w="12700">
            <a:solidFill>
              <a:srgbClr val="2A26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114800"/>
            <a:ext cx="502920" cy="502920"/>
          </a:xfrm>
          <a:prstGeom prst="ellipse">
            <a:avLst/>
          </a:prstGeom>
          <a:solidFill>
            <a:srgbClr val="12101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4206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77824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Normalized receipt, memo, notification, and reconciliation.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PRODUCT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PLATFORM CAPABILITIES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Wallets, policy, rails, and evidence — one stack.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196596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wallets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2697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 Developer-Controlled Wallets (EOA · SCA). Nexora stores identifiers — never private keys.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965960"/>
            <a:ext cx="274320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engine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1880" y="2697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Per-tx / daily / weekly / monthly caps, allowlists, cooldowns, expiry, required onchain policy.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96596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x402 + SDK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@nexorafi/x402 — paid endpoints for SaaS, games, APIs. Express &amp; Next.js middleware.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8972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965960"/>
            <a:ext cx="274320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72600" y="2697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Paid APIs via HTTP 402. Reference services + verified independent publishers.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11480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" y="4846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USDC work agreements with deadlines, bonds, deliverable evidence, and fee splitting.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2900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29000" y="4114800"/>
            <a:ext cx="274320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 / Earn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11880" y="4846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Conservative · Balanced · Growth profiles with risk ceilings and 24h rebalancing.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411480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Receipts &amp; memos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4846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Normalized payment records. Structured Arc memos with public / selective / private scope.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8972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89720" y="4114800"/>
            <a:ext cx="274320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Risk &amp; alerts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372600" y="4846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simulator, spend thresholds, failed-payment bursts, Telegram / email channels.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SDK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Protect an endpoint. Settle USDC. Return a receipt.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Unpaid request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 hits a paid resource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196596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718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HTTP 402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7180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 requirements returned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96596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Authorize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5780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 signs USDC payment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06640" y="196596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 · settle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4380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Nexora facilitator settles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92640" y="196596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29800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2980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Deliver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2980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Paid result + receipt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@nexorafi/x402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MIT SDK · Express &amp; Next.js middleware · v1/v2 headers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4340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Facilitator API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43400" y="4572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 · settle · /.well-known/x402 · EIP-3009 helpers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3816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Money invariants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38160" y="4572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Idempotency · one receipt = one business op · server-derived amounts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RAILS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THREE SETTLEMENT PATHS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One policy layer. Multiple USDC rails.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011680"/>
            <a:ext cx="91440" cy="4114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55F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PAID APIs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Circle Gateway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Nanopayments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HTTP 402 + payment requirements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Payment-signature retry 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Batched settlement evidence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Ideal for metered SaaS &amp; agent APIs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2011680"/>
            <a:ext cx="91440" cy="411480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ONCHAIN EVENT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Arc ledger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settlement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66344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Policy enforced in-tx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Fee split + reputation update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Request replay protection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5166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Verified settlement events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2011680"/>
            <a:ext cx="91440" cy="41148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E7B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DIRECT USDC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EIP-3009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facilitator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transferWithAuthorization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5820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Nonce + validity window checks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582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Multi-network portable path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5166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Receipt only after chain proof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FOUNDATION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WHY ARC  ·  WHY CIRCLE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One accounting asset for payments and gas.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USDC as native gas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Agents operate with one stable unit for application payments and transaction fees. No separate gas-token balance to fund, monitor, or hedge. Sub-second finality and predictable fees make Arc ideal for autonomous payment workflows.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Primary environment for contracts, policy, escrow,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Save/Earn, swaps, memos, receipts, and indexing.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CIRCLE STACK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12280" y="2862072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788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Developer-Controlled Wallets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3044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EOA &amp; SCA agent execution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456432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383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USDC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3639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Payments, escrow, treasury, gas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12280" y="4050792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Gateway + Nanopayments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233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Cross-domain balance &amp; 402 APIs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4645152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4572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x402 batching middleware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 requirement builders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5239512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5166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Marketplace interfaces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5422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Policy-wrapped service payments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MARKET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WHY NOW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Software is becoming an economic actor.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402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HTTP payment standard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machine commerce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USDC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61772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Stable settlement for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and application revenue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1 stack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4124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Wallets + policy + rails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instead of glue 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PRIMARY BUYERS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platforms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Autonomous agents that spend USDC under operator policy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SaaS &amp; paid APIs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2900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Metered endpoints protected with x402 / HTTP 402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Games &amp; marketplaces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Purchases, prize pools, creator commerce, fee splits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897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Onchain apps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8972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Escrow, subscriptions, treasury, and receipts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EDGE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Not another wallet. Not another paywall.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control plane between them.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RAW WALLET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GENERIC 402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11094415" cy="0"/>
          </a:xfrm>
          <a:prstGeom prst="line">
            <a:avLst/>
          </a:prstGeom>
          <a:noFill/>
          <a:ln w="9525">
            <a:solidFill>
              <a:srgbClr val="2A26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71800"/>
            <a:ext cx="11094415" cy="438912"/>
          </a:xfrm>
          <a:prstGeom prst="rect">
            <a:avLst/>
          </a:prstGeom>
          <a:solidFill>
            <a:srgbClr val="12101B">
              <a:alpha val="60000"/>
            </a:srgbClr>
          </a:solidFill>
          <a:ln w="12700">
            <a:solidFill>
              <a:srgbClr val="1210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Managed agent wallets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Circle DCW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Spending policy + approvals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0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Full engine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849624"/>
            <a:ext cx="11094415" cy="438912"/>
          </a:xfrm>
          <a:prstGeom prst="rect">
            <a:avLst/>
          </a:prstGeom>
          <a:solidFill>
            <a:srgbClr val="12101B">
              <a:alpha val="60000"/>
            </a:srgbClr>
          </a:solidFill>
          <a:ln w="12700">
            <a:solidFill>
              <a:srgbClr val="1210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95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x402 v1 / v2 facilitator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3895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895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Partial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3895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+ SDK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334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Normalized receipts / memos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40480" y="4334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4334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Minimal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4334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Scoped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727448"/>
            <a:ext cx="11094415" cy="438912"/>
          </a:xfrm>
          <a:prstGeom prst="rect">
            <a:avLst/>
          </a:prstGeom>
          <a:solidFill>
            <a:srgbClr val="12101B">
              <a:alpha val="60000"/>
            </a:srgbClr>
          </a:solidFill>
          <a:ln w="12700">
            <a:solidFill>
              <a:srgbClr val="1210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 + Save/Earn treasury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4048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4773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78240" y="4773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Built-in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Replay &amp; concurrency locks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0" y="5212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1792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7824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Enforced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5605272"/>
            <a:ext cx="11094415" cy="438912"/>
          </a:xfrm>
          <a:prstGeom prst="rect">
            <a:avLst/>
          </a:prstGeom>
          <a:solidFill>
            <a:srgbClr val="12101B">
              <a:alpha val="60000"/>
            </a:srgbClr>
          </a:solidFill>
          <a:ln w="12700">
            <a:solidFill>
              <a:srgbClr val="1210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650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Operator notifications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840480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0" y="5650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778240" y="5650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Multi-channel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REVENUE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Take rate on agent and application commerce.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Marketplace fees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 fee on paid-service settlements and publisher volume.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651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Facilitator take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Fee-aware settlement on x402, SaaS usage, and Arc ledger paths.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651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 fees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Split on funded work agreements, games, and release events.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 / Earn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Protocol / platform share on treasury routing activity.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4023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Subscriptions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1772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Operator and builder plans for policy, alerts, and analytics.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38160" y="4023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1248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1248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deployments, SLA, and custom integration support.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WHAT SHIPS 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Production-shaped. Live on Arc Testnet.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Live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Console at nexorafi.app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v0.4.0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@nexorafi/x402 on npm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6+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Reference paid APIs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Networks (Arc primary)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196596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240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SHIPPED SURFACE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8932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wallets + operator sessions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8932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engine, simulator, approvals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89320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x402 facilitator (verify · settle · well-known)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8932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 Gateway nanopayment services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9320" y="3977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Marketplace + publisher verification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6928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8932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Escrow agreements &amp; notifications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8932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Save/Earn vault profiles + yield router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692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89320" y="4937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 swaps (USDC ↔ EURC / USYC)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6928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8932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Receipts, memos, reputation, indexer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89320" y="5577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Foundry contracts with full test suite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TRUST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16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SECURITY  ·  CONTROLS  · 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Designed so money movement is constrained and provable.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key custody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 signs agent wallets. Nexora stores identifiers and addresses — not private keys.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before sign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17720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Limits, allowlists, cooldowns, and approvals run before any managed wallet authorization.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9659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Replay resistance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0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Intent locks, nonce checks, and request identity reduce duplicate spend and concurrent overruns.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Settlement proof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96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 is recorded only after valid chain receipt or Gateway payment-response evidence.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4340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Contract hardening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61772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Pause, reentrancy guards, fee ceilings, UUPS checks, restricted roles, two-step ownership.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4069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 security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1248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Wallet-nonce auth, HMAC sessions, SSRF-safe URLs, input limits, secret-gated admin routes.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17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Chain is settlement truth. App state is workflow truth.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12101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965960"/>
            <a:ext cx="109728" cy="71323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075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Operator console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0756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 19 · policies · agents · marketplace · analytics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12101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788920"/>
            <a:ext cx="109728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98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Control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898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Intents · policies · approvals · receipts · notifications · PostgreSQL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12101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11880"/>
            <a:ext cx="109728" cy="7132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Circle infrastructure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37216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Developer wallets · Gateway · Nanopayments · USDC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12101B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43484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544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 contracts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45445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PolicyRegistry · FacilitatorLedger · Escrow · SaveEarn · Settlement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12101B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25780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367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0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layer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53675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Indexer · memos · public receipts · reputation · reconciliation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 </a:t>
            </a:r>
            <a:pPr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4F0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CONTROL_LAYER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ROADMAP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18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nexorafi.app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6510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PATH TO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From Arc Testnet control plane to multi-network standard.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Prove the loop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8680" y="3246120"/>
            <a:ext cx="2971800" cy="0"/>
          </a:xfrm>
          <a:prstGeom prst="line">
            <a:avLst/>
          </a:prstGeom>
          <a:noFill/>
          <a:ln w="9525">
            <a:solidFill>
              <a:srgbClr val="2A2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Arc Testnet product completeness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SDK adoption (SaaS, games, APIs)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Publisher marketplace density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Operator console polish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Production harden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2971800" cy="0"/>
          </a:xfrm>
          <a:prstGeom prst="line">
            <a:avLst/>
          </a:prstGeom>
          <a:noFill/>
          <a:ln w="9525">
            <a:solidFill>
              <a:srgbClr val="2A26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Mainnet-ready settlement path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Deep reorg-safe indexing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Enterprise policy packages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Expanded Gateway domains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5820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Network effects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458200" y="3246120"/>
            <a:ext cx="2971800" cy="0"/>
          </a:xfrm>
          <a:prstGeom prst="line">
            <a:avLst/>
          </a:prstGeom>
          <a:noFill/>
          <a:ln w="9525">
            <a:solidFill>
              <a:srgbClr val="2A26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Cross-app intent portability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5820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Agent + app reputation economy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5820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Treasury products at volume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▸  Partner ecosystem &amp; white-label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7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201168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25935" y="6656832"/>
            <a:ext cx="164592" cy="0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92240"/>
            <a:ext cx="0" cy="164592"/>
          </a:xfrm>
          <a:prstGeom prst="line">
            <a:avLst/>
          </a:prstGeom>
          <a:noFill/>
          <a:ln w="9525">
            <a:solidFill>
              <a:srgbClr val="5C56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457200"/>
            <a:ext cx="4114800" cy="4114800"/>
          </a:xfrm>
          <a:prstGeom prst="ellipse">
            <a:avLst/>
          </a:prstGeom>
          <a:solidFill>
            <a:srgbClr val="4C1D95">
              <a:alpha val="18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financial control layer for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4F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autonomous AI agents and USDC applications.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8899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Policy-controlled agent spend. Onchain payment infrastructure for SaaS, games, and apps.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B95B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Arc-first stack for wallets, x402, escrow, receipts, and settlement evidence.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66848" y="4206240"/>
            <a:ext cx="6858000" cy="1005840"/>
          </a:xfrm>
          <a:prstGeom prst="roundRect">
            <a:avLst>
              <a:gd name="adj" fmla="val 9091"/>
            </a:avLst>
          </a:prstGeom>
          <a:solidFill>
            <a:srgbClr val="12101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66848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84F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nexorafi.app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6848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B95B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Live app  ·  API docs  ·  @nexorafi/x402  ·  Built with Circle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567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Arc-first  ·  USDC-native  ·  Policy-controlled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Nexora — Financial Control Layer for Autonomous Agents &amp; USDC Apps</dc:title>
  <dc:subject>Investor and partner pitch deck</dc:subject>
  <dc:creator>Nexora</dc:creator>
  <cp:lastModifiedBy>Nexora</cp:lastModifiedBy>
  <cp:revision>1</cp:revision>
  <dcterms:created xsi:type="dcterms:W3CDTF">2026-08-09T14:50:54Z</dcterms:created>
  <dcterms:modified xsi:type="dcterms:W3CDTF">2026-08-09T14:50:54Z</dcterms:modified>
</cp:coreProperties>
</file>